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watermark-prok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280160"/>
            <a:ext cx="4754880" cy="11840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10102A"/>
                </a:solidFill>
              </a:defRPr>
            </a:pPr>
            <a:r>
              <a:t>Název dokumentu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Podtitul / datum</a:t>
            </a:r>
          </a:p>
        </p:txBody>
      </p:sp>
      <p:pic>
        <p:nvPicPr>
          <p:cNvPr id="5" name="Picture 4" descr="logo-prokat-inv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2103120" cy="52372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D29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PROKAT invest  |  Investiční a projektové služby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watermark-prok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280160"/>
            <a:ext cx="4754880" cy="11840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4C3A2E"/>
                </a:solidFill>
              </a:defRPr>
            </a:pPr>
            <a:r>
              <a:t>Obsah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Úvodní bod prezentace</a:t>
            </a:r>
          </a:p>
          <a:p>
            <a:pPr>
              <a:defRPr sz="1600"/>
            </a:pPr>
            <a:r>
              <a:t>Druhý bod — text doplňte dle potřeby</a:t>
            </a:r>
          </a:p>
          <a:p>
            <a:pPr>
              <a:defRPr sz="1600"/>
            </a:pPr>
            <a:r>
              <a:t>Závěr nebo shrnutí</a:t>
            </a:r>
          </a:p>
        </p:txBody>
      </p:sp>
      <p:pic>
        <p:nvPicPr>
          <p:cNvPr id="5" name="Picture 4" descr="logo-prokat-inv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2103120" cy="52372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D29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PROKAT invest  |  Investiční a projektové služby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watermark-prok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280160"/>
            <a:ext cx="4754880" cy="11840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4C3A2E"/>
                </a:solidFill>
              </a:defRPr>
            </a:pPr>
            <a:r>
              <a:t>Další sekce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Sem doplňte vlastní obsah</a:t>
            </a:r>
          </a:p>
          <a:p>
            <a:pPr>
              <a:defRPr sz="1600"/>
            </a:pPr>
            <a:r>
              <a:t>Šablona obsahuje vodoznak a firemní barvy</a:t>
            </a:r>
          </a:p>
        </p:txBody>
      </p:sp>
      <p:pic>
        <p:nvPicPr>
          <p:cNvPr id="5" name="Picture 4" descr="logo-prokat-inv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2103120" cy="52372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D29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PROKAT invest  |  Investiční a projektové služby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